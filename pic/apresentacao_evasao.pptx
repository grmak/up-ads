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Evasão Acadêmica com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Análise e previsão da evasão em universidade particular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Identificar fatores que influenciam a evasão acadêmica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Prever evasão e apoiar decisões institucionais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Impacto financeiro e educacional da evasão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Dados Utilizados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Notas, frequência, dados financeiros e perfil do aluno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Análise exploratória + modelos estatísticos e 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Modelos Utilizados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Regressão logística, Random Forest, Gradient Boosting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Avaliação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Acurácia, Recall, Precision, ROC-AUC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Esperados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Identificar fatores de risco e prever evasão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como apoio à decisão educacional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